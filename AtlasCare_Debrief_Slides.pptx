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667" autoAdjust="0"/>
    <p:restoredTop sz="94610"/>
  </p:normalViewPr>
  <p:slideViewPr>
    <p:cSldViewPr snapToGrid="0" snapToObjects="1">
      <p:cViewPr>
        <p:scale>
          <a:sx n="92" d="100"/>
          <a:sy n="92" d="100"/>
        </p:scale>
        <p:origin x="500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607174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A5A0"/>
          </a:solidFill>
          <a:ln w="12700">
            <a:solidFill>
              <a:srgbClr val="0EA5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E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SUBMISSION DEBRIEF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685800"/>
            <a:ext cx="5303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AtlasCare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11480" y="1691640"/>
            <a:ext cx="5303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A0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Customer Support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A0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Acme Retail Co.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11480" y="2697480"/>
            <a:ext cx="2011680" cy="36576"/>
          </a:xfrm>
          <a:prstGeom prst="rect">
            <a:avLst/>
          </a:prstGeom>
          <a:solidFill>
            <a:srgbClr val="0EA5A0"/>
          </a:solidFill>
          <a:ln w="12700">
            <a:solidFill>
              <a:srgbClr val="0EA5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28803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Hard Part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324612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0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AI that can answer customer questions is easy.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0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AI that cannot do the wrong thing — even if it tries — is the real challenge.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4434840"/>
            <a:ext cx="1184148" cy="256032"/>
          </a:xfrm>
          <a:prstGeom prst="roundRect">
            <a:avLst>
              <a:gd name="adj" fmla="val 17857"/>
            </a:avLst>
          </a:prstGeom>
          <a:solidFill>
            <a:srgbClr val="0A7B78"/>
          </a:solidFill>
          <a:ln w="12700">
            <a:solidFill>
              <a:srgbClr val="0A7B7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4434840"/>
            <a:ext cx="11841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705356" y="4434840"/>
            <a:ext cx="836676" cy="256032"/>
          </a:xfrm>
          <a:prstGeom prst="roundRect">
            <a:avLst>
              <a:gd name="adj" fmla="val 17857"/>
            </a:avLst>
          </a:prstGeom>
          <a:solidFill>
            <a:srgbClr val="155E75"/>
          </a:solidFill>
          <a:ln w="12700">
            <a:solidFill>
              <a:srgbClr val="155E7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705356" y="4434840"/>
            <a:ext cx="8366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651760" y="4434840"/>
            <a:ext cx="1184148" cy="256032"/>
          </a:xfrm>
          <a:prstGeom prst="roundRect">
            <a:avLst>
              <a:gd name="adj" fmla="val 17857"/>
            </a:avLst>
          </a:prstGeom>
          <a:solidFill>
            <a:srgbClr val="164E63"/>
          </a:solidFill>
          <a:ln w="12700">
            <a:solidFill>
              <a:srgbClr val="164E6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4434840"/>
            <a:ext cx="11841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v2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945636" y="4434840"/>
            <a:ext cx="1705356" cy="256032"/>
          </a:xfrm>
          <a:prstGeom prst="roundRect">
            <a:avLst>
              <a:gd name="adj" fmla="val 17857"/>
            </a:avLst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45636" y="4434840"/>
            <a:ext cx="17053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Llama 3.1 8B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760720" y="4434840"/>
            <a:ext cx="662940" cy="256032"/>
          </a:xfrm>
          <a:prstGeom prst="roundRect">
            <a:avLst>
              <a:gd name="adj" fmla="val 17857"/>
            </a:avLst>
          </a:prstGeom>
          <a:solidFill>
            <a:srgbClr val="0C5A70"/>
          </a:solidFill>
          <a:ln w="12700">
            <a:solidFill>
              <a:srgbClr val="0C5A7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60720" y="4434840"/>
            <a:ext cx="6629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533388" y="4434840"/>
            <a:ext cx="1357884" cy="256032"/>
          </a:xfrm>
          <a:prstGeom prst="roundRect">
            <a:avLst>
              <a:gd name="adj" fmla="val 17857"/>
            </a:avLst>
          </a:prstGeom>
          <a:solidFill>
            <a:srgbClr val="0A4A60"/>
          </a:solidFill>
          <a:ln w="12700">
            <a:solidFill>
              <a:srgbClr val="0A4A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33388" y="4434840"/>
            <a:ext cx="13578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OpenTelemetry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577840" y="320040"/>
            <a:ext cx="3246120" cy="4572000"/>
          </a:xfrm>
          <a:prstGeom prst="rect">
            <a:avLst/>
          </a:prstGeom>
          <a:solidFill>
            <a:srgbClr val="0A2540"/>
          </a:solidFill>
          <a:ln w="12700">
            <a:solidFill>
              <a:srgbClr val="142A4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15000" y="5029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E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JOURNEYS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715000" y="960120"/>
            <a:ext cx="2926080" cy="1051560"/>
          </a:xfrm>
          <a:prstGeom prst="rect">
            <a:avLst/>
          </a:prstGeom>
          <a:solidFill>
            <a:srgbClr val="0F2D45"/>
          </a:solidFill>
          <a:ln w="19050">
            <a:solidFill>
              <a:srgbClr val="0EA5A0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715000" y="960120"/>
            <a:ext cx="347472" cy="1051560"/>
          </a:xfrm>
          <a:prstGeom prst="rect">
            <a:avLst/>
          </a:prstGeom>
          <a:solidFill>
            <a:srgbClr val="0EA5A0"/>
          </a:solidFill>
          <a:ln w="12700">
            <a:solidFill>
              <a:srgbClr val="0EA5A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15000" y="960120"/>
            <a:ext cx="3474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J1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108192" y="1069848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Tracking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108192" y="1380744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lookup with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0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trace IDs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715000" y="2130552"/>
            <a:ext cx="2926080" cy="1051560"/>
          </a:xfrm>
          <a:prstGeom prst="rect">
            <a:avLst/>
          </a:prstGeom>
          <a:solidFill>
            <a:srgbClr val="0F2D45"/>
          </a:solidFill>
          <a:ln w="19050">
            <a:solidFill>
              <a:srgbClr val="F59E0B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715000" y="2130552"/>
            <a:ext cx="347472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715000" y="2130552"/>
            <a:ext cx="3474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J2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108192" y="224028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 Requests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108192" y="2551176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orchestration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0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retry logic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715000" y="3300984"/>
            <a:ext cx="2926080" cy="1051560"/>
          </a:xfrm>
          <a:prstGeom prst="rect">
            <a:avLst/>
          </a:prstGeom>
          <a:solidFill>
            <a:srgbClr val="0F2D45"/>
          </a:solidFill>
          <a:ln w="19050">
            <a:solidFill>
              <a:srgbClr val="EF4444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715000" y="3300984"/>
            <a:ext cx="347472" cy="10515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715000" y="3300984"/>
            <a:ext cx="3474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J3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108192" y="341071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Refund Escalation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108192" y="372160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Policy-enforced blocks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0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high-value refunds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11480" y="480060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Production-oriented FastAPI service · Not a notebook · Built to be operated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3231"/>
    </mc:Choice>
    <mc:Fallback>
      <p:transition spd="slow" advTm="2323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0EA5A0"/>
          </a:solidFill>
          <a:ln w="12700">
            <a:solidFill>
              <a:srgbClr val="0EA5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32004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Understanding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26517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5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43000"/>
            <a:ext cx="2651760" cy="201168"/>
          </a:xfrm>
          <a:prstGeom prst="rect">
            <a:avLst/>
          </a:prstGeom>
          <a:solidFill>
            <a:srgbClr val="0EA5A0"/>
          </a:solidFill>
          <a:ln w="12700">
            <a:solidFill>
              <a:srgbClr val="0EA5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3898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E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J1 — ORDER TRACKING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71907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— but non-trivial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205740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D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tool contracts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D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ID in every response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D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hallucinated statuses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D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grounded only in tool results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1480" y="4160520"/>
            <a:ext cx="2286000" cy="182880"/>
          </a:xfrm>
          <a:prstGeom prst="rect">
            <a:avLst/>
          </a:prstGeom>
          <a:solidFill>
            <a:srgbClr val="E8F4F4"/>
          </a:solidFill>
          <a:ln w="12700">
            <a:solidFill>
              <a:srgbClr val="E8F4F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413308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mode: hallucinated order status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246120" y="1143000"/>
            <a:ext cx="26517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5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46120" y="1143000"/>
            <a:ext cx="2651760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83280" y="13898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J2 — COMPOUND REQUEST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383280" y="171907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under pressure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83280" y="205740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D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 decomposes multi-step intent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D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Executor runs steps sequentially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D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Transient failures trigger retries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D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tool call recorded in trace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383280" y="4160520"/>
            <a:ext cx="2286000" cy="182880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83280" y="413308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mode: partial execution, no retry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217920" y="1143000"/>
            <a:ext cx="26517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5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17920" y="1143000"/>
            <a:ext cx="2651760" cy="20116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55080" y="13898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J3 — REFUND ESCALATION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355080" y="171907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safety-critical journey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355080" y="205740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D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₹42,000 refund — cannot auto-process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D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 is mandatory by policy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D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Enforcement must be in code, not prompt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D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alone is fragile and bypassable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355080" y="4160520"/>
            <a:ext cx="2286000" cy="182880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55080" y="413308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mode: auto-processed over-limit refund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4709160"/>
            <a:ext cx="850392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insight: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 guide behavior. Deterministic application code enforces policy.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263</TotalTime>
  <Words>215</Words>
  <Application>Microsoft Office PowerPoint</Application>
  <PresentationFormat>On-screen Show (16:9)</PresentationFormat>
  <Paragraphs>52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AtlasCare Debrief</dc:title>
  <dc:subject>PptxGenJS Presentation</dc:subject>
  <dc:creator>PptxGenJS</dc:creator>
  <cp:lastModifiedBy>siddharth pany</cp:lastModifiedBy>
  <cp:revision>3</cp:revision>
  <dcterms:created xsi:type="dcterms:W3CDTF">2026-05-30T13:14:19Z</dcterms:created>
  <dcterms:modified xsi:type="dcterms:W3CDTF">2026-05-30T17:52:59Z</dcterms:modified>
</cp:coreProperties>
</file>